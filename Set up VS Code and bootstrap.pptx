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5" r:id="rId21"/>
    <p:sldId id="276" r:id="rId22"/>
    <p:sldId id="274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6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4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2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5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6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9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71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4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2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8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5AC0C-4173-4739-992E-3A724CAEF30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21543-EAD9-49C1-862D-AC2C8855A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8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0/getting-started/download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1219199"/>
          </a:xfrm>
        </p:spPr>
        <p:txBody>
          <a:bodyPr/>
          <a:lstStyle/>
          <a:p>
            <a:r>
              <a:rPr lang="en-US" dirty="0" smtClean="0"/>
              <a:t>Set up VS Code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600200"/>
            <a:ext cx="9144000" cy="53340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 smtClean="0"/>
              <a:t>Step 1: visit https://code.visualstudio.com/download </a:t>
            </a:r>
          </a:p>
          <a:p>
            <a:r>
              <a:rPr lang="en-US" dirty="0" smtClean="0"/>
              <a:t>to down the editor. </a:t>
            </a:r>
          </a:p>
          <a:p>
            <a:pPr algn="l"/>
            <a:r>
              <a:rPr lang="en-US" dirty="0" smtClean="0"/>
              <a:t>Step 2: Click on the type of operating system (OS) you          are currently using, in this case, Windows OS    platform.</a:t>
            </a:r>
          </a:p>
          <a:p>
            <a:pPr algn="l"/>
            <a:r>
              <a:rPr lang="en-US" dirty="0" smtClean="0"/>
              <a:t>Step 3: Browse to your Downloads Folder (Double-click the downloaded .exe file)</a:t>
            </a:r>
          </a:p>
          <a:p>
            <a:pPr algn="l"/>
            <a:r>
              <a:rPr lang="en-US" dirty="0" smtClean="0"/>
              <a:t>Step 4: Install VS Code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Click on Accept the agreement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/>
              <a:t>Click Next to proceed through setup steps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/>
              <a:t>Choose installation location (optional)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dirty="0" smtClean="0"/>
          </a:p>
          <a:p>
            <a:pPr marL="457200" indent="-457200" algn="l">
              <a:buFont typeface="Courier New" pitchFamily="49" charset="0"/>
              <a:buChar char="o"/>
            </a:pPr>
            <a:r>
              <a:rPr lang="en-US" dirty="0" smtClean="0"/>
              <a:t>                  Leave it at the default location or </a:t>
            </a:r>
          </a:p>
          <a:p>
            <a:pPr marL="457200" indent="-457200" algn="l">
              <a:buFont typeface="Courier New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               Click Browse button and select your own folder (e.g., C:\Visual Studio Code)</a:t>
            </a:r>
          </a:p>
          <a:p>
            <a:pPr marL="457200" indent="-457200" algn="l">
              <a:buFont typeface="Courier New" pitchFamily="49" charset="0"/>
              <a:buChar char="o"/>
            </a:pPr>
            <a:r>
              <a:rPr lang="en-US" dirty="0" smtClean="0"/>
              <a:t>                Then click next to continue.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171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dirty="0" smtClean="0"/>
              <a:t> Select additional tasks (recommended):</a:t>
            </a:r>
          </a:p>
          <a:p>
            <a:r>
              <a:rPr lang="en-US" dirty="0" smtClean="0"/>
              <a:t>o Click on Add to PATH </a:t>
            </a:r>
          </a:p>
          <a:p>
            <a:r>
              <a:rPr lang="en-US" dirty="0" smtClean="0"/>
              <a:t>o Click on Register code as an editor for supported file types </a:t>
            </a:r>
          </a:p>
          <a:p>
            <a:r>
              <a:rPr lang="en-US" dirty="0" smtClean="0"/>
              <a:t>o Click on Add “Open with Code” to Windows Explorer context menu</a:t>
            </a:r>
          </a:p>
          <a:p>
            <a:pPr marL="457200" indent="-457200"/>
            <a:r>
              <a:rPr lang="en-US" dirty="0" smtClean="0"/>
              <a:t>Click Next.</a:t>
            </a:r>
          </a:p>
          <a:p>
            <a:pPr marL="457200" indent="-457200"/>
            <a:r>
              <a:rPr lang="en-US" dirty="0" smtClean="0"/>
              <a:t>Click Install, then wait for it to finish.</a:t>
            </a:r>
          </a:p>
          <a:p>
            <a:pPr marL="457200" indent="-457200"/>
            <a:r>
              <a:rPr lang="en-US" dirty="0" smtClean="0"/>
              <a:t>Check the box "Launch Visual Studio Code" and click Finish.</a:t>
            </a:r>
          </a:p>
          <a:p>
            <a:r>
              <a:rPr lang="en-US" dirty="0" smtClean="0"/>
              <a:t>Step 5: Install Live Server Extension , Open the Extensions Panel</a:t>
            </a:r>
          </a:p>
          <a:p>
            <a:r>
              <a:rPr lang="en-US" dirty="0" smtClean="0"/>
              <a:t>Step 6: Use Live Server: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5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Project Folder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</a:t>
            </a:r>
            <a:r>
              <a:rPr lang="en-US" dirty="0" err="1" smtClean="0"/>
              <a:t>vs</a:t>
            </a:r>
            <a:r>
              <a:rPr lang="en-US" dirty="0" smtClean="0"/>
              <a:t> code </a:t>
            </a:r>
          </a:p>
          <a:p>
            <a:r>
              <a:rPr lang="en-US" dirty="0" smtClean="0"/>
              <a:t>Go to File &gt; Open Folder </a:t>
            </a:r>
          </a:p>
          <a:p>
            <a:r>
              <a:rPr lang="en-US" dirty="0" smtClean="0"/>
              <a:t>open it.</a:t>
            </a:r>
          </a:p>
          <a:p>
            <a:r>
              <a:rPr lang="en-US" dirty="0" smtClean="0"/>
              <a:t>Create an HTML File , Inside the folder: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    Click New File ,Name it: index.html </a:t>
            </a:r>
          </a:p>
          <a:p>
            <a:pPr marL="0" indent="0">
              <a:buNone/>
            </a:pPr>
            <a:r>
              <a:rPr lang="en-US" dirty="0" smtClean="0"/>
              <a:t>o Type HTML Code “ </a:t>
            </a:r>
            <a:r>
              <a:rPr lang="en-US" b="1" dirty="0" smtClean="0"/>
              <a:t>Hello, Live Server!</a:t>
            </a:r>
            <a:r>
              <a:rPr lang="en-US" dirty="0" smtClean="0"/>
              <a:t>”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62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with Live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Right-click on the index.html file </a:t>
            </a:r>
          </a:p>
          <a:p>
            <a:r>
              <a:rPr lang="en-US" dirty="0" smtClean="0"/>
              <a:t>Select “Open with Live Server” or </a:t>
            </a:r>
          </a:p>
          <a:p>
            <a:r>
              <a:rPr lang="en-US" dirty="0" smtClean="0"/>
              <a:t>Click the "Go Live" button in the bottom-right corner of VS Code. </a:t>
            </a:r>
            <a:endParaRPr lang="en-US" dirty="0"/>
          </a:p>
          <a:p>
            <a:r>
              <a:rPr lang="en-US" dirty="0" smtClean="0"/>
              <a:t>See the Result: Your default web browser will open and display the HTML page, when you make changes or Try editing the text and saving the file, the browser will refresh automatically!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2.3. Setting up Bootstrap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Have two ways of getting Bootstrap.</a:t>
            </a:r>
          </a:p>
          <a:p>
            <a:r>
              <a:rPr lang="en-US" dirty="0" smtClean="0"/>
              <a:t>You can include the Bootstrap 5 link using the content delivery network (CDN)</a:t>
            </a:r>
          </a:p>
          <a:p>
            <a:r>
              <a:rPr lang="en-US" dirty="0" smtClean="0"/>
              <a:t>simply download the Bootstrap 5 website directly to your device using the package manager.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4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Steps: To download Bootstrap 5 Offline (Option 1)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1: Open your browser and go to the official Bootstrap website, </a:t>
            </a:r>
            <a:r>
              <a:rPr lang="en-US" dirty="0" smtClean="0">
                <a:hlinkClick r:id="rId2"/>
              </a:rPr>
              <a:t>https://getbootstrap.com/docs/5.0/getting-started/download/</a:t>
            </a:r>
            <a:endParaRPr lang="en-US" dirty="0" smtClean="0"/>
          </a:p>
          <a:p>
            <a:r>
              <a:rPr lang="en-US" dirty="0" smtClean="0"/>
              <a:t>Step 2: Download the Compiled CSS and JS code to your computer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43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95231"/>
            <a:ext cx="8229600" cy="413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9662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3: Locate your Downloads Folder on your computer</a:t>
            </a:r>
          </a:p>
          <a:p>
            <a:r>
              <a:rPr lang="en-US" dirty="0" smtClean="0"/>
              <a:t>Step 4: Extract the compressed bootstrap-5.3.3-dist file and explore the contents </a:t>
            </a:r>
          </a:p>
          <a:p>
            <a:r>
              <a:rPr lang="en-US" dirty="0" smtClean="0"/>
              <a:t>Step 5: As you can see, the CSS Folder contains many files; bootstrap.min.css will be used.</a:t>
            </a:r>
          </a:p>
          <a:p>
            <a:r>
              <a:rPr lang="en-US" dirty="0" smtClean="0"/>
              <a:t>Step 6: JS Folder also contains tons of files, bootstrap.bundle.min.js will be used here.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0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6: Copy the bootstrap.min.css and bootstrap.bundle.min.js to the respective CSS and JS Folders on your Web Project Folder respectively.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32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3247"/>
            <a:ext cx="8229600" cy="407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5375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Steps: Downloading Bootstrap using Content Delivery Network (Option 2)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Firstly, make sure that there is an internet connection in your computer labs to use Content Delivery Network (CDN)</a:t>
            </a:r>
          </a:p>
          <a:p>
            <a:r>
              <a:rPr lang="en-US" dirty="0" smtClean="0"/>
              <a:t>Bootstrap uses </a:t>
            </a:r>
            <a:r>
              <a:rPr lang="en-US" dirty="0" err="1" smtClean="0"/>
              <a:t>jsDelivr</a:t>
            </a:r>
            <a:r>
              <a:rPr lang="en-US" dirty="0" smtClean="0"/>
              <a:t> (https://www.jsdelivr.com/) as its content delivery network</a:t>
            </a:r>
          </a:p>
          <a:p>
            <a:r>
              <a:rPr lang="en-US" dirty="0" err="1" smtClean="0"/>
              <a:t>JsDelivr</a:t>
            </a:r>
            <a:r>
              <a:rPr lang="en-US" dirty="0" smtClean="0"/>
              <a:t> is one of the most popular content delivery networks for open-source projects.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843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content delivery network helps to deliver web files directly from the Node Package Manager (</a:t>
            </a:r>
            <a:r>
              <a:rPr lang="en-US" dirty="0" err="1" smtClean="0"/>
              <a:t>npm</a:t>
            </a:r>
            <a:r>
              <a:rPr lang="en-US" dirty="0" smtClean="0"/>
              <a:t>) registry and </a:t>
            </a:r>
            <a:r>
              <a:rPr lang="en-US" dirty="0" err="1" smtClean="0"/>
              <a:t>GitHub</a:t>
            </a:r>
            <a:r>
              <a:rPr lang="en-US" dirty="0" smtClean="0"/>
              <a:t> repository without any additional configuration on the user side. </a:t>
            </a:r>
          </a:p>
          <a:p>
            <a:r>
              <a:rPr lang="en-US" dirty="0" smtClean="0"/>
              <a:t>CDN helps to improve the time and website performance.</a:t>
            </a:r>
          </a:p>
          <a:p>
            <a:r>
              <a:rPr lang="en-US" dirty="0" smtClean="0"/>
              <a:t>Bootstrap CDN is a free of cost </a:t>
            </a:r>
          </a:p>
          <a:p>
            <a:r>
              <a:rPr lang="en-US" dirty="0" smtClean="0"/>
              <a:t>content delivery network helps us to quickly load Bootstrap CSS, and JavaScript libraries on projects to make projects responsive, mobile friendly, and attractive.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3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Cascading Style Sheets (CSS) </a:t>
            </a:r>
          </a:p>
          <a:p>
            <a:r>
              <a:rPr lang="en-US" dirty="0" smtClean="0"/>
              <a:t>&lt;link </a:t>
            </a:r>
            <a:r>
              <a:rPr lang="en-US" dirty="0" err="1" smtClean="0"/>
              <a:t>href</a:t>
            </a:r>
            <a:r>
              <a:rPr lang="en-US" dirty="0" smtClean="0"/>
              <a:t>="https://cdn.jsdelivr.net/</a:t>
            </a:r>
            <a:r>
              <a:rPr lang="en-US" dirty="0" err="1" smtClean="0"/>
              <a:t>npm</a:t>
            </a:r>
            <a:r>
              <a:rPr lang="en-US" dirty="0" smtClean="0"/>
              <a:t>/bootstrap@5.3.3/</a:t>
            </a:r>
            <a:r>
              <a:rPr lang="en-US" dirty="0" err="1" smtClean="0"/>
              <a:t>dist</a:t>
            </a:r>
            <a:r>
              <a:rPr lang="en-US" dirty="0" smtClean="0"/>
              <a:t>/</a:t>
            </a:r>
            <a:r>
              <a:rPr lang="en-US" dirty="0" err="1" smtClean="0"/>
              <a:t>css</a:t>
            </a:r>
            <a:r>
              <a:rPr lang="en-US" dirty="0" smtClean="0"/>
              <a:t> /bootstrap.min.css" </a:t>
            </a:r>
            <a:r>
              <a:rPr lang="en-US" dirty="0" err="1" smtClean="0"/>
              <a:t>rel</a:t>
            </a:r>
            <a:r>
              <a:rPr lang="en-US" dirty="0" smtClean="0"/>
              <a:t>="</a:t>
            </a:r>
            <a:r>
              <a:rPr lang="en-US" dirty="0" err="1" smtClean="0"/>
              <a:t>stylesheet</a:t>
            </a:r>
            <a:r>
              <a:rPr lang="en-US" dirty="0" smtClean="0"/>
              <a:t>" integrity="sha384 QWTKZyjpPEjISv5WaRU9OFeRpok6YctnYmDr5pNlyT2bRjXh0JMhjY6hW+A </a:t>
            </a:r>
            <a:r>
              <a:rPr lang="en-US" dirty="0" err="1" smtClean="0"/>
              <a:t>LEwIH</a:t>
            </a:r>
            <a:r>
              <a:rPr lang="en-US" dirty="0" smtClean="0"/>
              <a:t>" </a:t>
            </a:r>
            <a:r>
              <a:rPr lang="en-US" dirty="0" err="1" smtClean="0"/>
              <a:t>crossorigin</a:t>
            </a:r>
            <a:r>
              <a:rPr lang="en-US" dirty="0" smtClean="0"/>
              <a:t>="anonymous“&gt;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2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2. JavaScript </a:t>
            </a:r>
          </a:p>
          <a:p>
            <a:r>
              <a:rPr lang="en-US" dirty="0" smtClean="0"/>
              <a:t>&lt;script </a:t>
            </a:r>
            <a:r>
              <a:rPr lang="en-US" dirty="0" err="1" smtClean="0"/>
              <a:t>src</a:t>
            </a:r>
            <a:r>
              <a:rPr lang="en-US" dirty="0" smtClean="0"/>
              <a:t>="https://cdn.jsdelivr.net/</a:t>
            </a:r>
            <a:r>
              <a:rPr lang="en-US" dirty="0" err="1" smtClean="0"/>
              <a:t>npm</a:t>
            </a:r>
            <a:r>
              <a:rPr lang="en-US" dirty="0" smtClean="0"/>
              <a:t>/bootstrap@5.3.3/</a:t>
            </a:r>
            <a:r>
              <a:rPr lang="en-US" dirty="0" err="1" smtClean="0"/>
              <a:t>dist</a:t>
            </a:r>
            <a:r>
              <a:rPr lang="en-US" dirty="0" smtClean="0"/>
              <a:t>/</a:t>
            </a:r>
            <a:r>
              <a:rPr lang="en-US" dirty="0" err="1" smtClean="0"/>
              <a:t>js</a:t>
            </a:r>
            <a:r>
              <a:rPr lang="en-US" dirty="0" smtClean="0"/>
              <a:t>/b ootstrap.bundle.min.js" integrity="sha384 YvpcrYf0tY3lHB60NNkmXc5s9fDVZLESaAA55NDzOxhy9GkcIdslK1eN7N6 </a:t>
            </a:r>
            <a:r>
              <a:rPr lang="en-US" dirty="0" err="1" smtClean="0"/>
              <a:t>jIeHz</a:t>
            </a:r>
            <a:r>
              <a:rPr lang="en-US" dirty="0" smtClean="0"/>
              <a:t>" </a:t>
            </a:r>
            <a:r>
              <a:rPr lang="en-US" dirty="0" err="1" smtClean="0"/>
              <a:t>crossorigin</a:t>
            </a:r>
            <a:r>
              <a:rPr lang="en-US" dirty="0" smtClean="0"/>
              <a:t>="anonymous“&gt;&lt;/script&gt;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83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2.4. Bootstrap Document Structure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Bootstrap is a powerful and widely-used front-end framework for creating responsive and mobile-first websites. </a:t>
            </a:r>
          </a:p>
          <a:p>
            <a:r>
              <a:rPr lang="en-US" dirty="0" smtClean="0"/>
              <a:t>Its document structure is designed to simplify web development by providing a standardized layout, pre-styled components, and utilities.</a:t>
            </a:r>
          </a:p>
          <a:p>
            <a:r>
              <a:rPr lang="en-US" dirty="0" smtClean="0"/>
              <a:t>At the core of a Bootstrap document is the HTML file, which typically includes references to the Bootstrap CSS and JavaScript files, either through a Content Delivery Network (CDN) or locally hosted files.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54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basic Bootstrap document begins with a standard HTML5 </a:t>
            </a:r>
            <a:r>
              <a:rPr lang="en-US" dirty="0" err="1" smtClean="0"/>
              <a:t>doctype</a:t>
            </a:r>
            <a:r>
              <a:rPr lang="en-US" dirty="0" smtClean="0"/>
              <a:t> and includes a properly defined `&lt;head&gt;` section with meta tags for responsiveness (`&lt;meta name="viewport" content="width=device-width, initial-scale=1“&gt;`). The Bootstrap CSS file is linked in the `&lt;head&gt;` to ensure consistent styling across all devices.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086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`&lt;body&gt;` contains the main content of the document and utilizes Bootstrap’s grid system for layout.</a:t>
            </a:r>
          </a:p>
          <a:p>
            <a:r>
              <a:rPr lang="en-US" dirty="0" smtClean="0"/>
              <a:t>This grid system, based on rows and columns, allows developers to create flexible and adaptive designs.</a:t>
            </a:r>
          </a:p>
          <a:p>
            <a:r>
              <a:rPr lang="en-US" dirty="0" smtClean="0"/>
              <a:t>Additionally, the document can incorporate Bootstrap's extensive library of pre-styled components, such as buttons, navigation bars, and modals, to enhance functionality and aesthetics.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09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JavaScript functionality, including Bootstrap’s interactive components like carousels and dropdowns, is enabled by linking the Bootstrap JavaScript.</a:t>
            </a:r>
          </a:p>
          <a:p>
            <a:r>
              <a:rPr lang="en-US" dirty="0" smtClean="0"/>
              <a:t>This ensures seamless integration of dynamic behaviors within the document. </a:t>
            </a:r>
          </a:p>
          <a:p>
            <a:r>
              <a:rPr lang="en-US" dirty="0" smtClean="0"/>
              <a:t>Bootstrap’s document structure provides a simplified and modular foundation for building responsive websites efficiently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83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Steps: Create Bootstrap Using CDN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Step 1: Create a new index.html file in your project root. Include the &lt;meta name="viewport“&gt; tag as well for proper responsive behavior in mobile devices. </a:t>
            </a:r>
          </a:p>
          <a:p>
            <a:r>
              <a:rPr lang="en-US" dirty="0" smtClean="0"/>
              <a:t>Bootstrap 5 is designed to respond to mobile devices. Mobile-first styles are part of the basic framework. To ensure proper rendering and zoom touch, add &lt;meta&gt;the following tag within the &lt;head&gt;feature: </a:t>
            </a:r>
          </a:p>
          <a:p>
            <a:pPr marL="0" indent="0">
              <a:buNone/>
            </a:pPr>
            <a:r>
              <a:rPr lang="en-US" dirty="0" smtClean="0"/>
              <a:t>&lt;meta name = “viewport” content = “width = device-width, initial-scale= 1” &gt; </a:t>
            </a:r>
          </a:p>
          <a:p>
            <a:r>
              <a:rPr lang="en-US" dirty="0" smtClean="0"/>
              <a:t>Width = part of the device width determines the width of the page to follow the screen width of the device (which will vary depending on the device). </a:t>
            </a:r>
          </a:p>
          <a:p>
            <a:r>
              <a:rPr lang="en-US" dirty="0" smtClean="0"/>
              <a:t>Initial scale section = 1 sets the first zoom level when the page is loaded in the browser.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9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8313"/>
            <a:ext cx="8991600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0429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2: Include Bootstrap’s CSS and JS. Place the &lt;link&gt; tag in the &lt;head&gt; for our </a:t>
            </a:r>
            <a:r>
              <a:rPr lang="en-US" dirty="0" err="1" smtClean="0"/>
              <a:t>css</a:t>
            </a:r>
            <a:r>
              <a:rPr lang="en-US" dirty="0" smtClean="0"/>
              <a:t>, and the &lt;script&gt;tag for our JavaScript bundle (including Popper for positioning dropdowns, poppers, and tooltips) before the closing &lt;/body&gt;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72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&lt;!</a:t>
            </a:r>
            <a:r>
              <a:rPr lang="en-US" b="1" dirty="0" err="1" smtClean="0"/>
              <a:t>doctype</a:t>
            </a:r>
            <a:r>
              <a:rPr lang="en-US" b="1" dirty="0" smtClean="0"/>
              <a:t> html&gt;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&lt;html </a:t>
            </a:r>
            <a:r>
              <a:rPr lang="en-US" dirty="0" err="1" smtClean="0"/>
              <a:t>lang</a:t>
            </a:r>
            <a:r>
              <a:rPr lang="en-US" dirty="0" smtClean="0"/>
              <a:t>="en"&gt; </a:t>
            </a:r>
            <a:br>
              <a:rPr lang="en-US" dirty="0" smtClean="0"/>
            </a:br>
            <a:r>
              <a:rPr lang="en-US" dirty="0" smtClean="0"/>
              <a:t>&lt;head&gt; </a:t>
            </a:r>
            <a:br>
              <a:rPr lang="en-US" dirty="0" smtClean="0"/>
            </a:br>
            <a:r>
              <a:rPr lang="en-US" dirty="0" smtClean="0"/>
              <a:t>&lt;meta charset="utf-8"&gt; </a:t>
            </a:r>
            <a:br>
              <a:rPr lang="en-US" dirty="0" smtClean="0"/>
            </a:br>
            <a:r>
              <a:rPr lang="en-US" dirty="0" smtClean="0"/>
              <a:t>&lt;meta name="viewport" content="width=device-width, initial-scale=1"&gt; </a:t>
            </a:r>
            <a:br>
              <a:rPr lang="en-US" dirty="0" smtClean="0"/>
            </a:br>
            <a:r>
              <a:rPr lang="en-US" dirty="0" smtClean="0"/>
              <a:t>&lt;title&gt; Ethiopia: Ministry of Education &lt;/title&gt; </a:t>
            </a:r>
            <a:br>
              <a:rPr lang="en-US" dirty="0" smtClean="0"/>
            </a:br>
            <a:r>
              <a:rPr lang="en-US" dirty="0" smtClean="0"/>
              <a:t>&lt;!-- Bootstrap CSS --&gt; </a:t>
            </a:r>
            <a:br>
              <a:rPr lang="en-US" dirty="0" smtClean="0"/>
            </a:br>
            <a:r>
              <a:rPr lang="en-US" dirty="0" smtClean="0"/>
              <a:t>&lt;link </a:t>
            </a:r>
            <a:r>
              <a:rPr lang="en-US" dirty="0" err="1" smtClean="0"/>
              <a:t>href</a:t>
            </a:r>
            <a:r>
              <a:rPr lang="en-US" dirty="0" smtClean="0"/>
              <a:t>="https://cdn.jsdelivr.net/</a:t>
            </a:r>
            <a:r>
              <a:rPr lang="en-US" dirty="0" err="1" smtClean="0"/>
              <a:t>npm</a:t>
            </a:r>
            <a:r>
              <a:rPr lang="en-US" dirty="0" smtClean="0"/>
              <a:t>/bootstrap@5.3.3/</a:t>
            </a:r>
            <a:r>
              <a:rPr lang="en-US" dirty="0" err="1" smtClean="0"/>
              <a:t>dist</a:t>
            </a:r>
            <a:r>
              <a:rPr lang="en-US" dirty="0" smtClean="0"/>
              <a:t>/</a:t>
            </a:r>
            <a:r>
              <a:rPr lang="en-US" dirty="0" err="1" smtClean="0"/>
              <a:t>css</a:t>
            </a:r>
            <a:r>
              <a:rPr lang="en-US" dirty="0" smtClean="0"/>
              <a:t>/bootstrap.min.css" </a:t>
            </a:r>
            <a:br>
              <a:rPr lang="en-US" dirty="0" smtClean="0"/>
            </a:br>
            <a:r>
              <a:rPr lang="en-US" dirty="0" err="1" smtClean="0"/>
              <a:t>rel</a:t>
            </a:r>
            <a:r>
              <a:rPr lang="en-US" dirty="0" smtClean="0"/>
              <a:t>="</a:t>
            </a:r>
            <a:r>
              <a:rPr lang="en-US" dirty="0" err="1" smtClean="0"/>
              <a:t>stylesheet</a:t>
            </a:r>
            <a:r>
              <a:rPr lang="en-US" dirty="0" smtClean="0"/>
              <a:t>" integrity="sha384</a:t>
            </a:r>
            <a:br>
              <a:rPr lang="en-US" dirty="0" smtClean="0"/>
            </a:br>
            <a:r>
              <a:rPr lang="en-US" dirty="0" smtClean="0"/>
              <a:t>QWTKZyjpPEjISv5WaRU9OFeRpok6YctnYmDr5pNlyT2bRjXh0JMhjY6hW+ALEwIH" </a:t>
            </a:r>
            <a:br>
              <a:rPr lang="en-US" dirty="0" smtClean="0"/>
            </a:br>
            <a:r>
              <a:rPr lang="en-US" dirty="0" err="1" smtClean="0"/>
              <a:t>crossorigin</a:t>
            </a:r>
            <a:r>
              <a:rPr lang="en-US" dirty="0" smtClean="0"/>
              <a:t>="anonymous"&gt; </a:t>
            </a:r>
            <a:br>
              <a:rPr lang="en-US" dirty="0" smtClean="0"/>
            </a:br>
            <a:r>
              <a:rPr lang="en-US" dirty="0" smtClean="0"/>
              <a:t>&lt;/head&gt; </a:t>
            </a:r>
            <a:br>
              <a:rPr lang="en-US" dirty="0" smtClean="0"/>
            </a:br>
            <a:r>
              <a:rPr lang="en-US" dirty="0" smtClean="0"/>
              <a:t>&lt;body&gt; </a:t>
            </a:r>
            <a:br>
              <a:rPr lang="en-US" dirty="0" smtClean="0"/>
            </a:br>
            <a:r>
              <a:rPr lang="en-US" dirty="0" smtClean="0"/>
              <a:t>&lt;h1&gt; Welcome to Career and Technical Education (CTE) Portal! &lt;/h1&gt; </a:t>
            </a:r>
            <a:br>
              <a:rPr lang="en-US" dirty="0" smtClean="0"/>
            </a:br>
            <a:r>
              <a:rPr lang="en-US" dirty="0" smtClean="0"/>
              <a:t>&lt;!-- Your content goes here --&gt; </a:t>
            </a:r>
            <a:br>
              <a:rPr lang="en-US" dirty="0" smtClean="0"/>
            </a:br>
            <a:r>
              <a:rPr lang="en-US" dirty="0" smtClean="0"/>
              <a:t>&lt;!-- Bootstrap JavaScript (Optional) --&gt; </a:t>
            </a:r>
            <a:br>
              <a:rPr lang="en-US" dirty="0" smtClean="0"/>
            </a:br>
            <a:r>
              <a:rPr lang="en-US" dirty="0" smtClean="0"/>
              <a:t>&lt;script </a:t>
            </a:r>
            <a:r>
              <a:rPr lang="en-US" dirty="0" err="1" smtClean="0"/>
              <a:t>src</a:t>
            </a:r>
            <a:r>
              <a:rPr lang="en-US" dirty="0" smtClean="0"/>
              <a:t>="https://cdn.jsdelivr.net/</a:t>
            </a:r>
            <a:r>
              <a:rPr lang="en-US" dirty="0" err="1" smtClean="0"/>
              <a:t>npm</a:t>
            </a:r>
            <a:r>
              <a:rPr lang="en-US" dirty="0" smtClean="0"/>
              <a:t>/bootstrap@5.3.3/</a:t>
            </a:r>
            <a:r>
              <a:rPr lang="en-US" dirty="0" err="1" smtClean="0"/>
              <a:t>dist</a:t>
            </a:r>
            <a:r>
              <a:rPr lang="en-US" dirty="0" smtClean="0"/>
              <a:t>/</a:t>
            </a:r>
            <a:r>
              <a:rPr lang="en-US" dirty="0" err="1" smtClean="0"/>
              <a:t>js</a:t>
            </a:r>
            <a:r>
              <a:rPr lang="en-US" dirty="0" smtClean="0"/>
              <a:t>/bootstrap.bundle.min.js" </a:t>
            </a:r>
            <a:br>
              <a:rPr lang="en-US" dirty="0" smtClean="0"/>
            </a:br>
            <a:r>
              <a:rPr lang="en-US" dirty="0" smtClean="0"/>
              <a:t>integrity="sha384-YvpcrYf0tY3lHB60NNkmXc5s9fDVZLESaAA55NDzOxhy9GkcIdslK1eN7N6jIeHz" </a:t>
            </a:r>
            <a:br>
              <a:rPr lang="en-US" dirty="0" smtClean="0"/>
            </a:br>
            <a:r>
              <a:rPr lang="en-US" dirty="0" err="1" smtClean="0"/>
              <a:t>crossorigin</a:t>
            </a:r>
            <a:r>
              <a:rPr lang="en-US" dirty="0" smtClean="0"/>
              <a:t>="anonymous"&gt;&lt;/script&gt; </a:t>
            </a:r>
            <a:br>
              <a:rPr lang="en-US" dirty="0" smtClean="0"/>
            </a:br>
            <a:r>
              <a:rPr lang="en-US" dirty="0" smtClean="0"/>
              <a:t>&lt;/body&gt; </a:t>
            </a:r>
            <a:br>
              <a:rPr lang="en-US" dirty="0" smtClean="0"/>
            </a:br>
            <a:r>
              <a:rPr lang="en-US" dirty="0" smtClean="0"/>
              <a:t>&lt;/html&gt;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6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Components of Bootstrap Document Structure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Meta Tags: </a:t>
            </a:r>
            <a:r>
              <a:rPr lang="en-US" dirty="0" smtClean="0"/>
              <a:t>The &lt;meta name="viewport" content="width=device-width, initial scale=1.0“&gt; tag ensures proper scaling and responsiveness on all devices.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Bootstrap CSS </a:t>
            </a:r>
            <a:r>
              <a:rPr lang="en-US" dirty="0" err="1" smtClean="0">
                <a:solidFill>
                  <a:srgbClr val="FF0000"/>
                </a:solidFill>
              </a:rPr>
              <a:t>Link</a:t>
            </a:r>
            <a:r>
              <a:rPr lang="en-US" dirty="0" err="1" smtClean="0"/>
              <a:t>:A</a:t>
            </a:r>
            <a:r>
              <a:rPr lang="en-US" dirty="0" smtClean="0"/>
              <a:t> link to the Bootstrap CSS style sheet is required to access Bootstrap’s prebuilt styles.</a:t>
            </a:r>
          </a:p>
          <a:p>
            <a:r>
              <a:rPr lang="en-US" dirty="0" smtClean="0"/>
              <a:t>Content </a:t>
            </a:r>
            <a:r>
              <a:rPr lang="en-US" dirty="0" err="1" smtClean="0"/>
              <a:t>Area:The</a:t>
            </a:r>
            <a:r>
              <a:rPr lang="en-US" dirty="0" smtClean="0"/>
              <a:t> &lt;body&gt;tag contains all the HTML elements and components styled using Bootstrap classes.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505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Bootstrap </a:t>
            </a:r>
            <a:r>
              <a:rPr lang="en-US" dirty="0" err="1" smtClean="0"/>
              <a:t>JavaScript:JavaScript</a:t>
            </a:r>
            <a:r>
              <a:rPr lang="en-US" smtClean="0"/>
              <a:t> functionality (e.g., modals, dropdowns) is enabled by including the Bootstrap JavaScript bundle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0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1227</Words>
  <Application>Microsoft Office PowerPoint</Application>
  <PresentationFormat>On-screen Show (4:3)</PresentationFormat>
  <Paragraphs>98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Set up VS Code </vt:lpstr>
      <vt:lpstr>Con…</vt:lpstr>
      <vt:lpstr>Create a Project Folder</vt:lpstr>
      <vt:lpstr>Run with Live Server</vt:lpstr>
      <vt:lpstr>2.3. Setting up Bootstrap</vt:lpstr>
      <vt:lpstr>Steps: To download Bootstrap 5 Offline (Option 1) </vt:lpstr>
      <vt:lpstr>Con…</vt:lpstr>
      <vt:lpstr>Con…</vt:lpstr>
      <vt:lpstr>Con…</vt:lpstr>
      <vt:lpstr>Con…</vt:lpstr>
      <vt:lpstr>Steps: Downloading Bootstrap using Content Delivery Network (Option 2) </vt:lpstr>
      <vt:lpstr>Con…</vt:lpstr>
      <vt:lpstr>Con..</vt:lpstr>
      <vt:lpstr>Con…</vt:lpstr>
      <vt:lpstr>2.4. Bootstrap Document Structure </vt:lpstr>
      <vt:lpstr>Con …</vt:lpstr>
      <vt:lpstr>Con…</vt:lpstr>
      <vt:lpstr>Con…</vt:lpstr>
      <vt:lpstr>Steps: Create Bootstrap Using CDN </vt:lpstr>
      <vt:lpstr>Con…</vt:lpstr>
      <vt:lpstr>Con…</vt:lpstr>
      <vt:lpstr>Con…</vt:lpstr>
      <vt:lpstr>Key Components of Bootstrap Document Structure </vt:lpstr>
      <vt:lpstr>Con...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up VS Code</dc:title>
  <dc:creator>Y</dc:creator>
  <cp:lastModifiedBy>Y</cp:lastModifiedBy>
  <cp:revision>9</cp:revision>
  <dcterms:created xsi:type="dcterms:W3CDTF">2026-10-27T06:30:36Z</dcterms:created>
  <dcterms:modified xsi:type="dcterms:W3CDTF">2026-10-27T07:54:17Z</dcterms:modified>
</cp:coreProperties>
</file>