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0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6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9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90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7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8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8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15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9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1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BF75C-99BC-4E1D-BEBB-9B452236BA3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9829A-34AC-4A08-B3D6-6E9091FF63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2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2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239000" cy="1752600"/>
          </a:xfrm>
        </p:spPr>
        <p:txBody>
          <a:bodyPr/>
          <a:lstStyle/>
          <a:p>
            <a:r>
              <a:rPr lang="en-US" dirty="0" smtClean="0"/>
              <a:t>GETTING STARTED WITH BOOTSTRAP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448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Overview of Development Environment </a:t>
            </a:r>
          </a:p>
          <a:p>
            <a:pPr marL="0" indent="0">
              <a:buNone/>
            </a:pPr>
            <a:r>
              <a:rPr lang="en-US" dirty="0" smtClean="0"/>
              <a:t>2. Setting up Visual Studio Code Editor </a:t>
            </a:r>
          </a:p>
          <a:p>
            <a:pPr marL="0" indent="0">
              <a:buNone/>
            </a:pPr>
            <a:r>
              <a:rPr lang="en-US" dirty="0" smtClean="0"/>
              <a:t>3. Setting up Bootstrap </a:t>
            </a:r>
          </a:p>
          <a:p>
            <a:pPr marL="0" indent="0">
              <a:buNone/>
            </a:pPr>
            <a:r>
              <a:rPr lang="en-US" dirty="0" smtClean="0"/>
              <a:t>4. Bootstrap Document Structure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87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2.1. Overview of Development Environment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B050"/>
                </a:solidFill>
              </a:rPr>
              <a:t>Responsive web design development environment:</a:t>
            </a:r>
          </a:p>
          <a:p>
            <a:pPr marL="0" indent="0">
              <a:buNone/>
            </a:pPr>
            <a:r>
              <a:rPr lang="en-US" dirty="0" smtClean="0"/>
              <a:t>is a carefully configured workspace where students create, test, and optimize websites to ensure they function seamlessly across various devices and screen sizes.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558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Responsive web development </a:t>
            </a:r>
            <a:r>
              <a:rPr lang="en-US" dirty="0" err="1" smtClean="0">
                <a:solidFill>
                  <a:srgbClr val="00B050"/>
                </a:solidFill>
              </a:rPr>
              <a:t>envvironment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Setting up this environment involves selecting the right tools and software, such as a text editor or integrated development environment (IDE) like Visual Studio Code, and installing necessary frameworks like Bootstrap for streamlined responsive design.</a:t>
            </a:r>
          </a:p>
          <a:p>
            <a:r>
              <a:rPr lang="en-US" dirty="0" smtClean="0"/>
              <a:t>development environment includes browser developer tools and testing platforms, enabling real-time debugging and cross-platform compatibility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96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By establishing a well-organized development environment, students can efficiently build responsive, user-friendly websites that adapt to the diverse needs of modern users. </a:t>
            </a:r>
          </a:p>
          <a:p>
            <a:r>
              <a:rPr lang="en-US" dirty="0" smtClean="0"/>
              <a:t>Firstly, you will need a code editor to get started with Bootstrap.</a:t>
            </a:r>
          </a:p>
          <a:p>
            <a:r>
              <a:rPr lang="en-US" dirty="0" smtClean="0"/>
              <a:t>There are many types of free code editors available online and open source.</a:t>
            </a:r>
          </a:p>
          <a:p>
            <a:r>
              <a:rPr lang="en-US" dirty="0" smtClean="0"/>
              <a:t>Popular code editors are Sublime Text, Notepad, VS Code, Atom, Brackets, and so 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990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choose any of these code editors that suit your needs.</a:t>
            </a:r>
          </a:p>
          <a:p>
            <a:r>
              <a:rPr lang="en-US" dirty="0" smtClean="0"/>
              <a:t>It makes no difference what tool you use to write your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697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2.2. Setting up Visual Studio Code Editor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VS Code </a:t>
            </a:r>
            <a:r>
              <a:rPr lang="en-US" dirty="0" smtClean="0"/>
              <a:t>is one of the most popular and powerful source code editors and was created by </a:t>
            </a:r>
            <a:r>
              <a:rPr lang="en-US" dirty="0" smtClean="0">
                <a:solidFill>
                  <a:srgbClr val="00B050"/>
                </a:solidFill>
              </a:rPr>
              <a:t>Microsoft</a:t>
            </a:r>
            <a:r>
              <a:rPr lang="en-US" dirty="0" smtClean="0"/>
              <a:t>.</a:t>
            </a:r>
          </a:p>
          <a:p>
            <a:r>
              <a:rPr lang="en-US" dirty="0" smtClean="0"/>
              <a:t>VS Code has many amazing tools </a:t>
            </a:r>
            <a:r>
              <a:rPr lang="en-US" dirty="0" err="1" smtClean="0"/>
              <a:t>ike</a:t>
            </a:r>
            <a:r>
              <a:rPr lang="en-US" dirty="0" smtClean="0"/>
              <a:t> syntax highlighting, IntelliSense.</a:t>
            </a:r>
          </a:p>
          <a:p>
            <a:r>
              <a:rPr lang="en-US" dirty="0" smtClean="0"/>
              <a:t>IntelliSense helps to complete intelligent code that helps to write pure code.</a:t>
            </a:r>
          </a:p>
          <a:p>
            <a:r>
              <a:rPr lang="en-US" dirty="0" smtClean="0"/>
              <a:t>It also has thousands of extensions that help you customize your code editor according to your needs.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3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VS Code supports all types of web technologies including Bootstrap and is fully functional in web development.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31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324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UNIT 2 </vt:lpstr>
      <vt:lpstr>Unit Coverage</vt:lpstr>
      <vt:lpstr>2.1. Overview of Development Environment </vt:lpstr>
      <vt:lpstr>Responsive web development envvironment</vt:lpstr>
      <vt:lpstr>Con…</vt:lpstr>
      <vt:lpstr>Con…</vt:lpstr>
      <vt:lpstr>2.2. Setting up Visual Studio Code Editor </vt:lpstr>
      <vt:lpstr>Con…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</dc:title>
  <dc:creator>Y</dc:creator>
  <cp:lastModifiedBy>Y</cp:lastModifiedBy>
  <cp:revision>2</cp:revision>
  <dcterms:created xsi:type="dcterms:W3CDTF">2026-10-27T05:49:39Z</dcterms:created>
  <dcterms:modified xsi:type="dcterms:W3CDTF">2026-10-27T06:07:37Z</dcterms:modified>
</cp:coreProperties>
</file>